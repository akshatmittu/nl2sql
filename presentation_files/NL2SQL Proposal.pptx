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6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b1b64c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b1b64c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b1b64c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b1b64c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cb1b64c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cb1b64c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cb1b64c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cb1b64c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cb1b64c1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cb1b64c1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stemWide-gol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47008"/>
            <a:ext cx="9144000" cy="89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noFill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stemWide-maroon.png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47008"/>
            <a:ext cx="9144000" cy="89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Font typeface="Raleway"/>
              <a:buNone/>
              <a:defRPr sz="2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  <a:defRPr sz="1800"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573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NL2SQL</a:t>
            </a:r>
            <a:r>
              <a:rPr lang="en"/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625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008: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Anjali Vemula (6076947), Akshat Dasula (5979761)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 point</a:t>
            </a:r>
            <a:r>
              <a:rPr lang="en"/>
              <a:t>: “Data is available, but not accessible.”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Data Access is usually through SQL, limited to technical experts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Non-technical users in domains like finance, rely on analyst to generate reports, delaying decisions.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With advancements in NLP and LLMs</a:t>
            </a:r>
            <a:r>
              <a:rPr lang="en"/>
              <a:t>, people can directly talk to legacy systems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bridges the gap between human intent and machine logic, unlocking data for everyone.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a domain: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insurance, we need tables like agents, policies, claims, customers, etc.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Insurance jargon and formula for better understanding of NL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Schema details of each relation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 Insurance data: https://www.kaggle.com/datasets/moneystore/agencyperformance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Possible data to be used: gretelai/synthetic_text_to_sql from </a:t>
            </a:r>
            <a:r>
              <a:rPr lang="en"/>
              <a:t>huggingface for evaluation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Tentative Approach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we follow: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a query in Natural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Identify relations, columns,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Execute the generated SQL query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If the query fails, give the error as feedback for correction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Otherwise, check for logical errors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For the produced SQL query, trace back to NL and compare if both mean the same semantically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</a:t>
            </a:r>
            <a:r>
              <a:rPr lang="en"/>
              <a:t> feedbacks are to given to produce the correct query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Stop after a few tries or if correct query is produced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Criteria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LLM-as-a-Judge approach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LLM helps in task breaking, giving feedbacks, turning SQL to NL for logic verification.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Failure logs as possible performance improvement strategy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With ground truth: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Execution Accuracy (Correct outputs)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Identification of relations, columns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